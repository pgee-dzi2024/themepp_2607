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Archivo" panose="020B0604020202020204" charset="0"/>
      <p:regular r:id="rId15"/>
      <p:bold r:id="rId16"/>
      <p:italic r:id="rId17"/>
      <p:boldItalic r:id="rId18"/>
    </p:embeddedFont>
    <p:embeddedFont>
      <p:font typeface="IBM Plex Mono" panose="020B0604020202020204" charset="-52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994"/>
    <a:srgbClr val="433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07C846-9843-45AF-9B8D-B071806E4677}">
  <a:tblStyle styleId="{C507C846-9843-45AF-9B8D-B071806E46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312C86-EB67-4360-B511-09E49BCCB36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77986" autoAdjust="0"/>
  </p:normalViewPr>
  <p:slideViewPr>
    <p:cSldViewPr snapToGrid="0">
      <p:cViewPr varScale="1">
        <p:scale>
          <a:sx n="118" d="100"/>
          <a:sy n="118" d="100"/>
        </p:scale>
        <p:origin x="13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Уважаема г-жо Директор, Уважаема комисия,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Уважаеми гости (ако има такива/или поименно – ако е един конкретен гост)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Аз съм Маги Иванова Бояджиева.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Темата на моят дипломен проект е „Интерактивен дашборд за анализ на данни“.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Проектът представлява уеб приложение, което позволява обработка и визуализация на таблични данни чрез използване на съвременни технологии.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съвременния свят данните играят изключително важна роля във всички сфери – бизнес, образование, здравеопазване и технологии. Всекидневно се генерират огромни количества информация, която трябва да бъде обработена и анализирана.</a:t>
            </a:r>
          </a:p>
          <a:p>
            <a:r>
              <a:rPr lang="ru-RU" dirty="0" smtClean="0"/>
              <a:t>Самото събиране на данни не е достатъчно – необходимо е те да бъдат структурирани, обработени и представени по начин, който позволява лесно разбиране и вземане на решения. Именно тук се намесват анализът и визуализацията на данни.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1604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Основната цел на дипломния проект е разработването на уеб базирано приложение за анализ и визуализация на таблични данни. Приложението предоставя лесен и удобен начин за работа с информация, без да е необходима задълбочена техническа подготовка от страна на потребителя.</a:t>
            </a:r>
          </a:p>
          <a:p>
            <a:r>
              <a:rPr lang="ru-RU" dirty="0" smtClean="0"/>
              <a:t>Системата позволява качване на файлове във формат CSV и Excel, автоматично разпознаване и обработка на данните. След обработката се генерират визуализации под формата на различни видове графики, които подпомагат разбирането на информацията.</a:t>
            </a:r>
          </a:p>
          <a:p>
            <a:r>
              <a:rPr lang="ru-RU" dirty="0" smtClean="0"/>
              <a:t>Осигурена е и възможност за филтриране и групиране на данните, което позволява по-задълбочен анализ и извличане на по-точни изводи.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79642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bg-BG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За разработката на проекта са използвани различни технологии. Python е основният програмен език. Django се използва за създаване на уеб приложението. Pandas служи за обработка на данните, а Matplotlib за тяхната визуализация. За дизайна е използван Bootstrap.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00711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приложението се използват таблични данни, които са организирани в редове и колони. Данните могат да бъдат числови, текстови или времеви. Този тип структура позволява лесна обработка, сортиране и анализ на информацията.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84862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Анализът на данни включва обработка и изследване на информацията с цел извличане на полезни изводи. В проекта се реализират операции като филтриране, групиране и изчисляване на статистически показатели като сума, средна стойност, минимална и максимална стойност.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8879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Pandas е библиотека на Python, която се използва за работа с таблични данни. Основната структура е DataFrame, която представлява таблица. Чрез Pandas се извършва зареждане, обработка, филтриране и групиране на данните. Библиотеката предоставя удобни функции за бърза обработка на големи обеми информация. Тя значително улеснява анализа на данни</a:t>
            </a:r>
            <a:r>
              <a:rPr lang="en-US" dirty="0" smtClean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16288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Matplotlib е библиотека за създаване на графики. В проекта се използват различни видове диаграми като линейни, стълбовидни, кръгови и хистограми. Те позволяват данните да бъдат представени по ясен и нагледен начин.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34654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Потребителят качва файл във формат CSV или Excel. Данните се обработват с помощта на Pandas, след което се визуализират чрез Matplotlib. Резултатите се показват в уеб интерфейс под формата на графики и таблици.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24942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Приложението включва функционалности като качване на файл, обработка на данни, филтриране и групиране на информацията. Освен това се генерират различни видове графики, които подпомагат анализа на данните.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92603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Уеб приложението се състои от две основни части – </a:t>
            </a:r>
            <a:r>
              <a:rPr lang="en-US" dirty="0" smtClean="0"/>
              <a:t>backend </a:t>
            </a:r>
            <a:r>
              <a:rPr lang="bg-BG" dirty="0" smtClean="0"/>
              <a:t>и </a:t>
            </a:r>
            <a:r>
              <a:rPr lang="en-US" dirty="0" smtClean="0"/>
              <a:t>frontend. Backend </a:t>
            </a:r>
            <a:r>
              <a:rPr lang="bg-BG" dirty="0" smtClean="0"/>
              <a:t>обработва данните и реализира логиката чрез </a:t>
            </a:r>
            <a:r>
              <a:rPr lang="en-US" dirty="0" smtClean="0"/>
              <a:t>Django, </a:t>
            </a:r>
            <a:r>
              <a:rPr lang="bg-BG" dirty="0" smtClean="0"/>
              <a:t>а </a:t>
            </a:r>
            <a:r>
              <a:rPr lang="en-US" dirty="0" smtClean="0"/>
              <a:t>frontend </a:t>
            </a:r>
            <a:r>
              <a:rPr lang="bg-BG" dirty="0" smtClean="0"/>
              <a:t>представя информацията чрез потребителски интерфейс, създаден с </a:t>
            </a:r>
            <a:r>
              <a:rPr lang="en-US" dirty="0" smtClean="0"/>
              <a:t>HTML </a:t>
            </a:r>
            <a:r>
              <a:rPr lang="bg-BG" dirty="0" smtClean="0"/>
              <a:t>и </a:t>
            </a:r>
            <a:r>
              <a:rPr lang="en-US" dirty="0" smtClean="0"/>
              <a:t>Bootstrap.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48529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 flipH="1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t="53278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182700" y="151649"/>
            <a:ext cx="8778600" cy="4853775"/>
            <a:chOff x="182700" y="151649"/>
            <a:chExt cx="8778600" cy="4853775"/>
          </a:xfrm>
        </p:grpSpPr>
        <p:pic>
          <p:nvPicPr>
            <p:cNvPr id="68" name="Google Shape;68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32175" y="460399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2700" y="15164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8" r:id="rId3"/>
    <p:sldLayoutId id="2147483681" r:id="rId4"/>
    <p:sldLayoutId id="214748368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l="2124" b="9502"/>
          <a:stretch/>
        </p:blipFill>
        <p:spPr>
          <a:xfrm>
            <a:off x="0" y="3773964"/>
            <a:ext cx="4304653" cy="1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0"/>
          <p:cNvPicPr preferRelativeResize="0"/>
          <p:nvPr/>
        </p:nvPicPr>
        <p:blipFill rotWithShape="1">
          <a:blip r:embed="rId4">
            <a:alphaModFix/>
          </a:blip>
          <a:srcRect t="19097" r="5042" b="2954"/>
          <a:stretch/>
        </p:blipFill>
        <p:spPr>
          <a:xfrm>
            <a:off x="3954530" y="3294539"/>
            <a:ext cx="3716124" cy="95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/>
          <p:cNvGrpSpPr/>
          <p:nvPr/>
        </p:nvGrpSpPr>
        <p:grpSpPr>
          <a:xfrm>
            <a:off x="411164" y="411777"/>
            <a:ext cx="7727004" cy="954107"/>
            <a:chOff x="411164" y="411777"/>
            <a:chExt cx="7727004" cy="95410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1164" y="411777"/>
              <a:ext cx="756865" cy="807699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789596" y="411777"/>
              <a:ext cx="7348572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Държавен изпит за придобиване на трета степен на професионална квалификация – част по теория на професията</a:t>
              </a:r>
              <a:br>
                <a: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 професия код 481030 „Приложен програмист”</a:t>
              </a:r>
              <a:br>
                <a: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специалност код 4810301 „Приложно програмиране”</a:t>
              </a:r>
              <a:endParaRPr lang="bg-BG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427496" y="3294539"/>
            <a:ext cx="1908895" cy="917042"/>
          </a:xfrm>
          <a:noFill/>
        </p:spPr>
        <p:txBody>
          <a:bodyPr/>
          <a:lstStyle/>
          <a:p>
            <a:pPr algn="l"/>
            <a:r>
              <a:rPr lang="bg-BG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Дипломант:</a:t>
            </a:r>
            <a:br>
              <a:rPr lang="bg-BG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bg-BG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Маги Бояджиева</a:t>
            </a:r>
            <a:endParaRPr lang="bg-BG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05381" y="1892300"/>
            <a:ext cx="5160693" cy="1575908"/>
            <a:chOff x="205381" y="1617858"/>
            <a:chExt cx="5160693" cy="185035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5381" y="1617858"/>
              <a:ext cx="5160693" cy="185035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64676" y="2375514"/>
              <a:ext cx="430758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Тема: „Интерактивен </a:t>
              </a:r>
              <a:r>
                <a: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дашборд за анализ </a:t>
              </a:r>
              <a:r>
                <a:rPr lang="ru-RU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на </a:t>
              </a:r>
              <a:r>
                <a: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данни</a:t>
              </a:r>
              <a:endParaRPr lang="bg-BG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70261" y="928831"/>
            <a:ext cx="8615121" cy="3412260"/>
            <a:chOff x="270261" y="928831"/>
            <a:chExt cx="8615121" cy="341226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0261" y="928831"/>
              <a:ext cx="4209375" cy="341226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1455" y="928831"/>
              <a:ext cx="3943927" cy="34122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763" y="298450"/>
            <a:ext cx="4471655" cy="486641"/>
          </a:xfrm>
        </p:spPr>
        <p:txBody>
          <a:bodyPr/>
          <a:lstStyle/>
          <a:p>
            <a:r>
              <a:rPr lang="bg-BG" sz="3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Данни и визуализация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177645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49" y="523220"/>
            <a:ext cx="8539627" cy="41497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91146" y="64655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 </a:t>
            </a:r>
            <a:r>
              <a:rPr lang="bg-BG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93228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3" y="429202"/>
            <a:ext cx="8324849" cy="42470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29187" y="68983"/>
            <a:ext cx="35237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Използвани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149550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81063" y="480289"/>
            <a:ext cx="8687446" cy="4357255"/>
            <a:chOff x="281063" y="480289"/>
            <a:chExt cx="8687446" cy="435725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063" y="480289"/>
              <a:ext cx="5085264" cy="43572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0" y="480289"/>
              <a:ext cx="3482109" cy="414712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5" name="Rectangle 4"/>
          <p:cNvSpPr/>
          <p:nvPr/>
        </p:nvSpPr>
        <p:spPr>
          <a:xfrm>
            <a:off x="3143215" y="120224"/>
            <a:ext cx="2343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данни</a:t>
            </a:r>
          </a:p>
        </p:txBody>
      </p:sp>
    </p:spTree>
    <p:extLst>
      <p:ext uri="{BB962C8B-B14F-4D97-AF65-F5344CB8AC3E}">
        <p14:creationId xmlns:p14="http://schemas.microsoft.com/office/powerpoint/2010/main" val="341797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91421" y="100858"/>
            <a:ext cx="2542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данни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53" y="562523"/>
            <a:ext cx="7499929" cy="370109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07740" y="4417509"/>
            <a:ext cx="43380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Данни → Обработка → Анализ → Резултати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4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73" y="526473"/>
            <a:ext cx="8285018" cy="41045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98257" y="64808"/>
            <a:ext cx="31838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Библиотеката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bg-B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96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25376" y="108771"/>
            <a:ext cx="38411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с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bg-B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64" y="570436"/>
            <a:ext cx="8386618" cy="413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1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1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219" y="224559"/>
            <a:ext cx="4627418" cy="274205"/>
          </a:xfrm>
        </p:spPr>
        <p:txBody>
          <a:bodyPr/>
          <a:lstStyle/>
          <a:p>
            <a:r>
              <a:rPr lang="bg-BG" sz="2400" dirty="0" smtClean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</a:t>
            </a:r>
            <a:r>
              <a:rPr lang="bg-BG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функционалности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38" y="498764"/>
            <a:ext cx="8614395" cy="414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1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1995" y="822037"/>
            <a:ext cx="8481860" cy="3537527"/>
            <a:chOff x="421995" y="822037"/>
            <a:chExt cx="8481860" cy="35375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995" y="822037"/>
              <a:ext cx="5191115" cy="3537527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5018" y="1034473"/>
              <a:ext cx="3158837" cy="3168071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3017552" y="213092"/>
            <a:ext cx="3345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bg-BG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bg-B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33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76250"/>
            <a:ext cx="8429625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0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612</Words>
  <Application>Microsoft Office PowerPoint</Application>
  <PresentationFormat>On-screen Show (16:9)</PresentationFormat>
  <Paragraphs>31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Archivo</vt:lpstr>
      <vt:lpstr>Times New Roman</vt:lpstr>
      <vt:lpstr>Arial</vt:lpstr>
      <vt:lpstr>IBM Plex Mono</vt:lpstr>
      <vt:lpstr>Bachelor in Robotics Engineering by Slidesgo</vt:lpstr>
      <vt:lpstr>Дипломант:  Маги Бояджиева</vt:lpstr>
      <vt:lpstr>Данни и визуализация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Основни функционалности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Дипломант:  Маги Бояджиева</dc:title>
  <dc:creator>admin</dc:creator>
  <cp:lastModifiedBy>admin</cp:lastModifiedBy>
  <cp:revision>21</cp:revision>
  <dcterms:modified xsi:type="dcterms:W3CDTF">2026-05-08T07:37:27Z</dcterms:modified>
</cp:coreProperties>
</file>