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Archivo" panose="020B0604020202020204" charset="0"/>
      <p:regular r:id="rId4"/>
      <p:bold r:id="rId5"/>
      <p:italic r:id="rId6"/>
      <p:boldItalic r:id="rId7"/>
    </p:embeddedFont>
    <p:embeddedFont>
      <p:font typeface="IBM Plex Mono" panose="020B0604020202020204" charset="-52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0994"/>
    <a:srgbClr val="433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07C846-9843-45AF-9B8D-B071806E4677}">
  <a:tblStyle styleId="{C507C846-9843-45AF-9B8D-B071806E467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F312C86-EB67-4360-B511-09E49BCCB36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71" autoAdjust="0"/>
    <p:restoredTop sz="96370" autoAdjust="0"/>
  </p:normalViewPr>
  <p:slideViewPr>
    <p:cSldViewPr snapToGrid="0">
      <p:cViewPr>
        <p:scale>
          <a:sx n="148" d="100"/>
          <a:sy n="148" d="100"/>
        </p:scale>
        <p:origin x="4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Уважаема г-жо Директор, Уважаема комисия,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Уважаеми гости (ако има такива/или поименно – ако е един конкретен гост)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Аз съм Маги Иванова Бояджиева.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Темата на моят дипломен проект е „Интерактивен дашборд за анализ на данни“.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Проектът представлява уеб приложение, което позволява обработка и визуализация на таблични данни чрез използване на съвременни технологии.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34950" y="1398100"/>
            <a:ext cx="6486900" cy="156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572000" y="3461550"/>
            <a:ext cx="2947500" cy="39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68674" y="-322162"/>
            <a:ext cx="9371984" cy="3960713"/>
            <a:chOff x="-268674" y="-322162"/>
            <a:chExt cx="9371984" cy="3960713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25762" y="151638"/>
              <a:ext cx="8692477" cy="1388125"/>
              <a:chOff x="225762" y="151638"/>
              <a:chExt cx="8692477" cy="138812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 rot="10800000">
                <a:off x="6955037" y="151638"/>
                <a:ext cx="1963202" cy="13881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 rot="10800000" flipH="1">
                <a:off x="225762" y="151638"/>
                <a:ext cx="1963202" cy="13881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6" name="Google Shape;16;p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7371875" y="1504250"/>
              <a:ext cx="2700599" cy="506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17;p2"/>
            <p:cNvPicPr preferRelativeResize="0"/>
            <p:nvPr/>
          </p:nvPicPr>
          <p:blipFill rotWithShape="1">
            <a:blip r:embed="rId4">
              <a:alphaModFix/>
            </a:blip>
            <a:srcRect t="53278"/>
            <a:stretch/>
          </p:blipFill>
          <p:spPr>
            <a:xfrm rot="10800000">
              <a:off x="-268674" y="2723000"/>
              <a:ext cx="1861925" cy="9155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5400000">
              <a:off x="7192572" y="-370975"/>
              <a:ext cx="1861925" cy="195954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8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grpSp>
        <p:nvGrpSpPr>
          <p:cNvPr id="67" name="Google Shape;67;p8"/>
          <p:cNvGrpSpPr/>
          <p:nvPr/>
        </p:nvGrpSpPr>
        <p:grpSpPr>
          <a:xfrm>
            <a:off x="182700" y="151649"/>
            <a:ext cx="8778600" cy="4853775"/>
            <a:chOff x="182700" y="151649"/>
            <a:chExt cx="8778600" cy="4853775"/>
          </a:xfrm>
        </p:grpSpPr>
        <p:pic>
          <p:nvPicPr>
            <p:cNvPr id="68" name="Google Shape;68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232175" y="4603999"/>
              <a:ext cx="1729125" cy="4014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82700" y="151649"/>
              <a:ext cx="1729125" cy="4014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2298600" y="1619250"/>
            <a:ext cx="4546800" cy="18495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bg>
      <p:bgPr>
        <a:solidFill>
          <a:schemeClr val="lt1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5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grpSp>
        <p:nvGrpSpPr>
          <p:cNvPr id="352" name="Google Shape;352;p35"/>
          <p:cNvGrpSpPr/>
          <p:nvPr/>
        </p:nvGrpSpPr>
        <p:grpSpPr>
          <a:xfrm>
            <a:off x="-113450" y="-1649725"/>
            <a:ext cx="9394610" cy="8421100"/>
            <a:chOff x="-113450" y="-1649725"/>
            <a:chExt cx="9394610" cy="8421100"/>
          </a:xfrm>
        </p:grpSpPr>
        <p:grpSp>
          <p:nvGrpSpPr>
            <p:cNvPr id="353" name="Google Shape;353;p35"/>
            <p:cNvGrpSpPr/>
            <p:nvPr/>
          </p:nvGrpSpPr>
          <p:grpSpPr>
            <a:xfrm>
              <a:off x="-113450" y="-1649725"/>
              <a:ext cx="8689100" cy="5214600"/>
              <a:chOff x="-113450" y="-1649725"/>
              <a:chExt cx="8689100" cy="5214600"/>
            </a:xfrm>
          </p:grpSpPr>
          <p:sp>
            <p:nvSpPr>
              <p:cNvPr id="354" name="Google Shape;354;p35"/>
              <p:cNvSpPr/>
              <p:nvPr/>
            </p:nvSpPr>
            <p:spPr>
              <a:xfrm>
                <a:off x="-113450" y="0"/>
                <a:ext cx="363625" cy="3564875"/>
              </a:xfrm>
              <a:custGeom>
                <a:avLst/>
                <a:gdLst/>
                <a:ahLst/>
                <a:cxnLst/>
                <a:rect l="l" t="t" r="r" b="b"/>
                <a:pathLst>
                  <a:path w="14545" h="142595" extrusionOk="0">
                    <a:moveTo>
                      <a:pt x="8343" y="-1516"/>
                    </a:moveTo>
                    <a:lnTo>
                      <a:pt x="11756" y="13274"/>
                    </a:lnTo>
                    <a:lnTo>
                      <a:pt x="18393" y="13274"/>
                    </a:lnTo>
                    <a:lnTo>
                      <a:pt x="18393" y="73384"/>
                    </a:lnTo>
                    <a:lnTo>
                      <a:pt x="22888" y="81170"/>
                    </a:lnTo>
                    <a:lnTo>
                      <a:pt x="22888" y="141079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5" name="Google Shape;355;p35"/>
              <p:cNvSpPr/>
              <p:nvPr/>
            </p:nvSpPr>
            <p:spPr>
              <a:xfrm>
                <a:off x="221725" y="-1649725"/>
                <a:ext cx="203525" cy="3086100"/>
              </a:xfrm>
              <a:custGeom>
                <a:avLst/>
                <a:gdLst/>
                <a:ahLst/>
                <a:cxnLst/>
                <a:rect l="l" t="t" r="r" b="b"/>
                <a:pathLst>
                  <a:path w="8141" h="123444" extrusionOk="0">
                    <a:moveTo>
                      <a:pt x="3010" y="0"/>
                    </a:moveTo>
                    <a:lnTo>
                      <a:pt x="3010" y="58214"/>
                    </a:lnTo>
                    <a:lnTo>
                      <a:pt x="0" y="63428"/>
                    </a:lnTo>
                    <a:lnTo>
                      <a:pt x="0" y="74522"/>
                    </a:lnTo>
                    <a:lnTo>
                      <a:pt x="8141" y="82664"/>
                    </a:lnTo>
                    <a:lnTo>
                      <a:pt x="8141" y="123444"/>
                    </a:lnTo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6" name="Google Shape;356;p35"/>
              <p:cNvSpPr/>
              <p:nvPr/>
            </p:nvSpPr>
            <p:spPr>
              <a:xfrm>
                <a:off x="0" y="237025"/>
                <a:ext cx="8575650" cy="164450"/>
              </a:xfrm>
              <a:custGeom>
                <a:avLst/>
                <a:gdLst/>
                <a:ahLst/>
                <a:cxnLst/>
                <a:rect l="l" t="t" r="r" b="b"/>
                <a:pathLst>
                  <a:path w="343026" h="6578" extrusionOk="0">
                    <a:moveTo>
                      <a:pt x="0" y="0"/>
                    </a:moveTo>
                    <a:lnTo>
                      <a:pt x="59730" y="0"/>
                    </a:lnTo>
                    <a:lnTo>
                      <a:pt x="62166" y="4219"/>
                    </a:lnTo>
                    <a:lnTo>
                      <a:pt x="149801" y="4219"/>
                    </a:lnTo>
                    <a:lnTo>
                      <a:pt x="152197" y="70"/>
                    </a:lnTo>
                    <a:lnTo>
                      <a:pt x="161558" y="70"/>
                    </a:lnTo>
                    <a:lnTo>
                      <a:pt x="165315" y="6578"/>
                    </a:lnTo>
                    <a:lnTo>
                      <a:pt x="320651" y="6578"/>
                    </a:lnTo>
                    <a:lnTo>
                      <a:pt x="329039" y="1735"/>
                    </a:lnTo>
                    <a:lnTo>
                      <a:pt x="343026" y="173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</p:grpSp>
        <p:grpSp>
          <p:nvGrpSpPr>
            <p:cNvPr id="357" name="Google Shape;357;p35"/>
            <p:cNvGrpSpPr/>
            <p:nvPr/>
          </p:nvGrpSpPr>
          <p:grpSpPr>
            <a:xfrm rot="10800000">
              <a:off x="553960" y="1556775"/>
              <a:ext cx="8727200" cy="5214600"/>
              <a:chOff x="-113450" y="-1649725"/>
              <a:chExt cx="8727200" cy="5214600"/>
            </a:xfrm>
          </p:grpSpPr>
          <p:sp>
            <p:nvSpPr>
              <p:cNvPr id="358" name="Google Shape;358;p35"/>
              <p:cNvSpPr/>
              <p:nvPr/>
            </p:nvSpPr>
            <p:spPr>
              <a:xfrm>
                <a:off x="-113450" y="0"/>
                <a:ext cx="363625" cy="3564875"/>
              </a:xfrm>
              <a:custGeom>
                <a:avLst/>
                <a:gdLst/>
                <a:ahLst/>
                <a:cxnLst/>
                <a:rect l="l" t="t" r="r" b="b"/>
                <a:pathLst>
                  <a:path w="14545" h="142595" extrusionOk="0">
                    <a:moveTo>
                      <a:pt x="8343" y="-1516"/>
                    </a:moveTo>
                    <a:lnTo>
                      <a:pt x="11756" y="13274"/>
                    </a:lnTo>
                    <a:lnTo>
                      <a:pt x="18393" y="13274"/>
                    </a:lnTo>
                    <a:lnTo>
                      <a:pt x="18393" y="73384"/>
                    </a:lnTo>
                    <a:lnTo>
                      <a:pt x="22888" y="81170"/>
                    </a:lnTo>
                    <a:lnTo>
                      <a:pt x="22888" y="141079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9" name="Google Shape;359;p35"/>
              <p:cNvSpPr/>
              <p:nvPr/>
            </p:nvSpPr>
            <p:spPr>
              <a:xfrm>
                <a:off x="221725" y="-1649725"/>
                <a:ext cx="203525" cy="3086100"/>
              </a:xfrm>
              <a:custGeom>
                <a:avLst/>
                <a:gdLst/>
                <a:ahLst/>
                <a:cxnLst/>
                <a:rect l="l" t="t" r="r" b="b"/>
                <a:pathLst>
                  <a:path w="8141" h="123444" extrusionOk="0">
                    <a:moveTo>
                      <a:pt x="3010" y="0"/>
                    </a:moveTo>
                    <a:lnTo>
                      <a:pt x="3010" y="58214"/>
                    </a:lnTo>
                    <a:lnTo>
                      <a:pt x="0" y="63428"/>
                    </a:lnTo>
                    <a:lnTo>
                      <a:pt x="0" y="74522"/>
                    </a:lnTo>
                    <a:lnTo>
                      <a:pt x="8141" y="82664"/>
                    </a:lnTo>
                    <a:lnTo>
                      <a:pt x="8141" y="123444"/>
                    </a:lnTo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60" name="Google Shape;360;p35"/>
              <p:cNvSpPr/>
              <p:nvPr/>
            </p:nvSpPr>
            <p:spPr>
              <a:xfrm>
                <a:off x="38100" y="237025"/>
                <a:ext cx="8575650" cy="164450"/>
              </a:xfrm>
              <a:custGeom>
                <a:avLst/>
                <a:gdLst/>
                <a:ahLst/>
                <a:cxnLst/>
                <a:rect l="l" t="t" r="r" b="b"/>
                <a:pathLst>
                  <a:path w="343026" h="6578" extrusionOk="0">
                    <a:moveTo>
                      <a:pt x="0" y="0"/>
                    </a:moveTo>
                    <a:lnTo>
                      <a:pt x="59730" y="0"/>
                    </a:lnTo>
                    <a:lnTo>
                      <a:pt x="62166" y="4219"/>
                    </a:lnTo>
                    <a:lnTo>
                      <a:pt x="149801" y="4219"/>
                    </a:lnTo>
                    <a:lnTo>
                      <a:pt x="152197" y="70"/>
                    </a:lnTo>
                    <a:lnTo>
                      <a:pt x="161558" y="70"/>
                    </a:lnTo>
                    <a:lnTo>
                      <a:pt x="165315" y="6578"/>
                    </a:lnTo>
                    <a:lnTo>
                      <a:pt x="320651" y="6578"/>
                    </a:lnTo>
                    <a:lnTo>
                      <a:pt x="329039" y="1735"/>
                    </a:lnTo>
                    <a:lnTo>
                      <a:pt x="343026" y="173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2" name="Google Shape;362;p36"/>
          <p:cNvGrpSpPr/>
          <p:nvPr/>
        </p:nvGrpSpPr>
        <p:grpSpPr>
          <a:xfrm>
            <a:off x="-93668" y="0"/>
            <a:ext cx="9329109" cy="5143497"/>
            <a:chOff x="-93668" y="0"/>
            <a:chExt cx="9329109" cy="5143497"/>
          </a:xfrm>
        </p:grpSpPr>
        <p:grpSp>
          <p:nvGrpSpPr>
            <p:cNvPr id="363" name="Google Shape;363;p36"/>
            <p:cNvGrpSpPr/>
            <p:nvPr/>
          </p:nvGrpSpPr>
          <p:grpSpPr>
            <a:xfrm rot="10800000">
              <a:off x="5592122" y="2697400"/>
              <a:ext cx="3643319" cy="2446097"/>
              <a:chOff x="-93668" y="0"/>
              <a:chExt cx="3643319" cy="2446097"/>
            </a:xfrm>
          </p:grpSpPr>
          <p:grpSp>
            <p:nvGrpSpPr>
              <p:cNvPr id="364" name="Google Shape;364;p36"/>
              <p:cNvGrpSpPr/>
              <p:nvPr/>
            </p:nvGrpSpPr>
            <p:grpSpPr>
              <a:xfrm rot="5400000">
                <a:off x="-1020033" y="926370"/>
                <a:ext cx="2446091" cy="593362"/>
                <a:chOff x="162825" y="4587541"/>
                <a:chExt cx="1763711" cy="427833"/>
              </a:xfrm>
            </p:grpSpPr>
            <p:pic>
              <p:nvPicPr>
                <p:cNvPr id="365" name="Google Shape;365;p36"/>
                <p:cNvPicPr preferRelativeResize="0"/>
                <p:nvPr/>
              </p:nvPicPr>
              <p:blipFill>
                <a:blip r:embed="rId2">
                  <a:alphaModFix amt="46000"/>
                </a:blip>
                <a:stretch>
                  <a:fillRect/>
                </a:stretch>
              </p:blipFill>
              <p:spPr>
                <a:xfrm>
                  <a:off x="162825" y="4648923"/>
                  <a:ext cx="1578400" cy="366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66" name="Google Shape;366;p36"/>
                <p:cNvPicPr preferRelativeResize="0"/>
                <p:nvPr/>
              </p:nvPicPr>
              <p:blipFill>
                <a:blip r:embed="rId2">
                  <a:alphaModFix/>
                </a:blip>
                <a:stretch>
                  <a:fillRect/>
                </a:stretch>
              </p:blipFill>
              <p:spPr>
                <a:xfrm>
                  <a:off x="819963" y="4758475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67" name="Google Shape;367;p36"/>
                <p:cNvPicPr preferRelativeResize="0"/>
                <p:nvPr/>
              </p:nvPicPr>
              <p:blipFill>
                <a:blip r:embed="rId2">
                  <a:alphaModFix amt="88000"/>
                </a:blip>
                <a:stretch>
                  <a:fillRect/>
                </a:stretch>
              </p:blipFill>
              <p:spPr>
                <a:xfrm>
                  <a:off x="440163" y="4587541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68" name="Google Shape;368;p36"/>
              <p:cNvGrpSpPr/>
              <p:nvPr/>
            </p:nvGrpSpPr>
            <p:grpSpPr>
              <a:xfrm rot="10800000">
                <a:off x="0" y="0"/>
                <a:ext cx="3549651" cy="387101"/>
                <a:chOff x="3124200" y="4610350"/>
                <a:chExt cx="3549651" cy="387101"/>
              </a:xfrm>
            </p:grpSpPr>
            <p:pic>
              <p:nvPicPr>
                <p:cNvPr id="369" name="Google Shape;369;p36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58031" b="6290"/>
                <a:stretch/>
              </p:blipFill>
              <p:spPr>
                <a:xfrm>
                  <a:off x="4245892" y="4610350"/>
                  <a:ext cx="2427959" cy="38710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0" name="Google Shape;370;p36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 l="23295" t="76294"/>
                <a:stretch/>
              </p:blipFill>
              <p:spPr>
                <a:xfrm rot="10800000">
                  <a:off x="3124200" y="4639375"/>
                  <a:ext cx="1505849" cy="3290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371" name="Google Shape;371;p36"/>
            <p:cNvGrpSpPr/>
            <p:nvPr/>
          </p:nvGrpSpPr>
          <p:grpSpPr>
            <a:xfrm>
              <a:off x="-93668" y="0"/>
              <a:ext cx="3643319" cy="2446097"/>
              <a:chOff x="-93668" y="0"/>
              <a:chExt cx="3643319" cy="2446097"/>
            </a:xfrm>
          </p:grpSpPr>
          <p:grpSp>
            <p:nvGrpSpPr>
              <p:cNvPr id="372" name="Google Shape;372;p36"/>
              <p:cNvGrpSpPr/>
              <p:nvPr/>
            </p:nvGrpSpPr>
            <p:grpSpPr>
              <a:xfrm rot="5400000">
                <a:off x="-1020033" y="926370"/>
                <a:ext cx="2446091" cy="593362"/>
                <a:chOff x="162825" y="4587541"/>
                <a:chExt cx="1763711" cy="427833"/>
              </a:xfrm>
            </p:grpSpPr>
            <p:pic>
              <p:nvPicPr>
                <p:cNvPr id="373" name="Google Shape;373;p36"/>
                <p:cNvPicPr preferRelativeResize="0"/>
                <p:nvPr/>
              </p:nvPicPr>
              <p:blipFill>
                <a:blip r:embed="rId2">
                  <a:alphaModFix amt="46000"/>
                </a:blip>
                <a:stretch>
                  <a:fillRect/>
                </a:stretch>
              </p:blipFill>
              <p:spPr>
                <a:xfrm>
                  <a:off x="162825" y="4648923"/>
                  <a:ext cx="1578400" cy="366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4" name="Google Shape;374;p36"/>
                <p:cNvPicPr preferRelativeResize="0"/>
                <p:nvPr/>
              </p:nvPicPr>
              <p:blipFill>
                <a:blip r:embed="rId2">
                  <a:alphaModFix/>
                </a:blip>
                <a:stretch>
                  <a:fillRect/>
                </a:stretch>
              </p:blipFill>
              <p:spPr>
                <a:xfrm>
                  <a:off x="819963" y="4758475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5" name="Google Shape;375;p36"/>
                <p:cNvPicPr preferRelativeResize="0"/>
                <p:nvPr/>
              </p:nvPicPr>
              <p:blipFill>
                <a:blip r:embed="rId2">
                  <a:alphaModFix amt="88000"/>
                </a:blip>
                <a:stretch>
                  <a:fillRect/>
                </a:stretch>
              </p:blipFill>
              <p:spPr>
                <a:xfrm>
                  <a:off x="440163" y="4587541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76" name="Google Shape;376;p36"/>
              <p:cNvGrpSpPr/>
              <p:nvPr/>
            </p:nvGrpSpPr>
            <p:grpSpPr>
              <a:xfrm rot="10800000">
                <a:off x="0" y="0"/>
                <a:ext cx="3549651" cy="387101"/>
                <a:chOff x="3124200" y="4610350"/>
                <a:chExt cx="3549651" cy="387101"/>
              </a:xfrm>
            </p:grpSpPr>
            <p:pic>
              <p:nvPicPr>
                <p:cNvPr id="377" name="Google Shape;377;p36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58031" b="6290"/>
                <a:stretch/>
              </p:blipFill>
              <p:spPr>
                <a:xfrm>
                  <a:off x="4245892" y="4610350"/>
                  <a:ext cx="2427959" cy="38710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8" name="Google Shape;378;p36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 l="23295" t="76294"/>
                <a:stretch/>
              </p:blipFill>
              <p:spPr>
                <a:xfrm rot="10800000">
                  <a:off x="3124200" y="4639375"/>
                  <a:ext cx="1505849" cy="3290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</p:grpSp>
      <p:sp>
        <p:nvSpPr>
          <p:cNvPr id="379" name="Google Shape;379;p36"/>
          <p:cNvSpPr/>
          <p:nvPr/>
        </p:nvSpPr>
        <p:spPr>
          <a:xfrm>
            <a:off x="175255" y="182850"/>
            <a:ext cx="8793600" cy="4777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3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8" r:id="rId3"/>
    <p:sldLayoutId id="2147483681" r:id="rId4"/>
    <p:sldLayoutId id="2147483682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40"/>
          <p:cNvPicPr preferRelativeResize="0"/>
          <p:nvPr/>
        </p:nvPicPr>
        <p:blipFill rotWithShape="1">
          <a:blip r:embed="rId3">
            <a:alphaModFix/>
          </a:blip>
          <a:srcRect l="2124" b="9502"/>
          <a:stretch/>
        </p:blipFill>
        <p:spPr>
          <a:xfrm>
            <a:off x="0" y="3773964"/>
            <a:ext cx="4304653" cy="145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40"/>
          <p:cNvPicPr preferRelativeResize="0"/>
          <p:nvPr/>
        </p:nvPicPr>
        <p:blipFill rotWithShape="1">
          <a:blip r:embed="rId4">
            <a:alphaModFix/>
          </a:blip>
          <a:srcRect t="19097" r="5042" b="2954"/>
          <a:stretch/>
        </p:blipFill>
        <p:spPr>
          <a:xfrm>
            <a:off x="3954530" y="3294539"/>
            <a:ext cx="3716124" cy="9588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roup 13"/>
          <p:cNvGrpSpPr/>
          <p:nvPr/>
        </p:nvGrpSpPr>
        <p:grpSpPr>
          <a:xfrm>
            <a:off x="411164" y="411777"/>
            <a:ext cx="7727004" cy="954107"/>
            <a:chOff x="411164" y="411777"/>
            <a:chExt cx="7727004" cy="954107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164" y="411777"/>
              <a:ext cx="756865" cy="807699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789596" y="411777"/>
              <a:ext cx="7348572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Държавен изпит за придобиване на трета степен на професионална квалификация – част по теория на професията</a:t>
              </a:r>
              <a:b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по професия код 481030 „Приложен програмист”</a:t>
              </a:r>
              <a:b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специалност код 4810301 „Приложно програмиране”</a:t>
              </a:r>
              <a:endParaRPr lang="bg-BG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6427496" y="3294539"/>
            <a:ext cx="1908895" cy="917042"/>
          </a:xfrm>
          <a:noFill/>
        </p:spPr>
        <p:txBody>
          <a:bodyPr/>
          <a:lstStyle/>
          <a:p>
            <a:pPr algn="l"/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Дипломант:</a:t>
            </a:r>
            <a:b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Маги Бояджиева</a:t>
            </a:r>
            <a:endParaRPr lang="bg-BG" sz="18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205381" y="1617858"/>
            <a:ext cx="5160693" cy="1850350"/>
            <a:chOff x="205381" y="1617858"/>
            <a:chExt cx="5160693" cy="1850350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05381" y="1617858"/>
              <a:ext cx="5160693" cy="1850350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/>
          </p:nvSpPr>
          <p:spPr>
            <a:xfrm>
              <a:off x="564676" y="2375514"/>
              <a:ext cx="4307589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Тема: „Интерактивен </a:t>
              </a: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дашборд за анализ </a:t>
              </a:r>
              <a:r>
                <a:rPr lang="ru-RU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</a:t>
              </a: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данни</a:t>
              </a:r>
              <a:endParaRPr lang="bg-BG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achelor in Robotics Engineering by Slidesgo">
  <a:themeElements>
    <a:clrScheme name="Simple Light">
      <a:dk1>
        <a:srgbClr val="1F164D"/>
      </a:dk1>
      <a:lt1>
        <a:srgbClr val="F9F9F9"/>
      </a:lt1>
      <a:dk2>
        <a:srgbClr val="E8E8E8"/>
      </a:dk2>
      <a:lt2>
        <a:srgbClr val="C1C1C1"/>
      </a:lt2>
      <a:accent1>
        <a:srgbClr val="6F79E3"/>
      </a:accent1>
      <a:accent2>
        <a:srgbClr val="433ABA"/>
      </a:accent2>
      <a:accent3>
        <a:srgbClr val="130994"/>
      </a:accent3>
      <a:accent4>
        <a:srgbClr val="FFFFFF"/>
      </a:accent4>
      <a:accent5>
        <a:srgbClr val="FFFFFF"/>
      </a:accent5>
      <a:accent6>
        <a:srgbClr val="FFFFFF"/>
      </a:accent6>
      <a:hlink>
        <a:srgbClr val="1F164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87</Words>
  <Application>Microsoft Office PowerPoint</Application>
  <PresentationFormat>On-screen Show (16:9)</PresentationFormat>
  <Paragraphs>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Archivo</vt:lpstr>
      <vt:lpstr>Times New Roman</vt:lpstr>
      <vt:lpstr>IBM Plex Mono</vt:lpstr>
      <vt:lpstr>Arial</vt:lpstr>
      <vt:lpstr>Bachelor in Robotics Engineering by Slidesgo</vt:lpstr>
      <vt:lpstr>Дипломант:  Маги Бояджиева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Дипломант:  Маги Бояджиева</dc:title>
  <dc:creator>admin</dc:creator>
  <cp:lastModifiedBy>admin</cp:lastModifiedBy>
  <cp:revision>2</cp:revision>
  <dcterms:modified xsi:type="dcterms:W3CDTF">2026-04-15T08:28:28Z</dcterms:modified>
</cp:coreProperties>
</file>